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2" d="100"/>
          <a:sy n="62" d="100"/>
        </p:scale>
        <p:origin x="804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ra Semmens" userId="58b177dbc26d5d76" providerId="LiveId" clId="{D11EF49E-3336-46C8-B437-1FC3D584FF52}"/>
    <pc:docChg chg="custSel addSld modSld">
      <pc:chgData name="Kira Semmens" userId="58b177dbc26d5d76" providerId="LiveId" clId="{D11EF49E-3336-46C8-B437-1FC3D584FF52}" dt="2025-11-14T02:22:27.059" v="129" actId="680"/>
      <pc:docMkLst>
        <pc:docMk/>
      </pc:docMkLst>
      <pc:sldChg chg="modSp new mod">
        <pc:chgData name="Kira Semmens" userId="58b177dbc26d5d76" providerId="LiveId" clId="{D11EF49E-3336-46C8-B437-1FC3D584FF52}" dt="2025-11-14T02:21:36.621" v="128" actId="20577"/>
        <pc:sldMkLst>
          <pc:docMk/>
          <pc:sldMk cId="724272095" sldId="256"/>
        </pc:sldMkLst>
        <pc:spChg chg="mod">
          <ac:chgData name="Kira Semmens" userId="58b177dbc26d5d76" providerId="LiveId" clId="{D11EF49E-3336-46C8-B437-1FC3D584FF52}" dt="2025-11-14T02:21:00.794" v="30" actId="20577"/>
          <ac:spMkLst>
            <pc:docMk/>
            <pc:sldMk cId="724272095" sldId="256"/>
            <ac:spMk id="2" creationId="{A3525746-3367-6309-06FC-12130F71D9C3}"/>
          </ac:spMkLst>
        </pc:spChg>
        <pc:spChg chg="mod">
          <ac:chgData name="Kira Semmens" userId="58b177dbc26d5d76" providerId="LiveId" clId="{D11EF49E-3336-46C8-B437-1FC3D584FF52}" dt="2025-11-14T02:21:36.621" v="128" actId="20577"/>
          <ac:spMkLst>
            <pc:docMk/>
            <pc:sldMk cId="724272095" sldId="256"/>
            <ac:spMk id="3" creationId="{679E7942-7526-59DA-B0D2-2AF0A7EB3EE0}"/>
          </ac:spMkLst>
        </pc:spChg>
      </pc:sldChg>
      <pc:sldChg chg="new">
        <pc:chgData name="Kira Semmens" userId="58b177dbc26d5d76" providerId="LiveId" clId="{D11EF49E-3336-46C8-B437-1FC3D584FF52}" dt="2025-11-14T02:22:27.059" v="129" actId="680"/>
        <pc:sldMkLst>
          <pc:docMk/>
          <pc:sldMk cId="3759869089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72F93-0F0A-BAE5-02E4-61461E5F15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987702-DC27-C76A-B561-2A28EF6D1D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34E69-98EE-C047-9B48-A0E378D4D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FB05C-1E08-45F4-8363-7A064F5E3C5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9E68B-281C-DE84-B232-F7B3E915C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BE2ED-A104-5E85-6929-7A5CA5CC8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6B1AF-E229-4B10-8628-3A2756345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741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02DED-00EA-A6AA-B94F-CA3101432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5A51A-13AE-54EC-2642-F544543E3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30D0D-B2E8-A13A-5B8B-690457E15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FB05C-1E08-45F4-8363-7A064F5E3C5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B4256-8DAA-9511-A15E-DC672F971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2476A-A570-D18F-EDEE-E8DCB662F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6B1AF-E229-4B10-8628-3A2756345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932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34E2B-6E70-1D67-40BB-B6B1054F8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6E087C-C4B0-D43F-A975-CF0735FA90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31CBC-0B8A-FD27-76F2-D311EDA69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FB05C-1E08-45F4-8363-7A064F5E3C5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CDD4D5-36A4-653E-868C-F31C813C2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529928-C306-9232-5687-F4792315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6B1AF-E229-4B10-8628-3A2756345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960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C7048-591E-4EE1-D650-49CF01CFB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4B51D-753E-9D11-F14A-990A040E9A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F3191B-A073-CB2E-7822-E05FD431C7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3BF276-8187-2808-D276-AF7A9E8D8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FB05C-1E08-45F4-8363-7A064F5E3C5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E83A8-858C-9DAE-D492-25EAD0CFB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813CAB-CA23-464D-51C6-9A64BC91D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6B1AF-E229-4B10-8628-3A2756345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955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7BF65-435D-05FB-1B5E-38484F2DC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51DB29-F696-1619-6A9F-5817728B7A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D1A147-11DB-D8D4-4CDB-AF902BAC8A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42A927-0A0E-43DC-C11E-1A2D40B935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993E5C-2C95-DE8F-8ABC-59C94D65FC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029F4E-5ACE-4B57-68EA-51E647054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FB05C-1E08-45F4-8363-7A064F5E3C5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AE61C4-A1E6-1EA7-4D3F-4F6EC7F9E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A49EDC-008A-C193-0123-ABB3A3F06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6B1AF-E229-4B10-8628-3A2756345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747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FCFD3-66C7-4291-F493-285FC59B9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EEB51-E2E8-A65E-BEC2-302542E5C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FB05C-1E08-45F4-8363-7A064F5E3C5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ED0FE5-3B31-4400-96AD-34D3DB0A9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C2D9AF-2117-5A97-40E2-124C3BE96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6B1AF-E229-4B10-8628-3A2756345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646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D4FFB4-8950-9270-705F-CC51CA4A8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FB05C-1E08-45F4-8363-7A064F5E3C5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4A798F-BBB6-B082-B539-35754A0EC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63F48C-AB7E-53E9-924D-9A01C71E1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6B1AF-E229-4B10-8628-3A2756345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977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1762F-251D-00D5-AB9D-FED65FCFC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04FF6-EF3A-22CA-F3A6-3D710CF5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128915-7AC8-4B8C-FDD5-81988535BE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EAF0C3-F5F9-FBE1-3F6A-21EFEFA73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FB05C-1E08-45F4-8363-7A064F5E3C5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DE40A-3B38-1AA0-F343-4172D10A4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AC3B42-9154-97F2-2637-761E940C2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6B1AF-E229-4B10-8628-3A2756345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327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0012B-16D1-A800-FD57-407F5086D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B847EF-A671-6D3F-1C3C-50B0C22ECA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9830B0-0B4A-84AB-E232-737E7C2BCB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85399-9A69-C02D-B22A-32BBC0915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FB05C-1E08-45F4-8363-7A064F5E3C5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E35349-0956-EA02-0D56-3A822911E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1A2834-3628-4F23-FF2F-3A2A59AB9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6B1AF-E229-4B10-8628-3A2756345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906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DC113-3CC1-BB14-F952-1EA64FBE1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88FAA7-90EB-76AD-643A-0B19B44A92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2A99F-C3A0-9788-0187-07391527C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FB05C-1E08-45F4-8363-7A064F5E3C5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4C7E8-DE96-E7C4-57B0-54BAC036A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EE6CF-96F2-B2FD-6089-A344DCE4B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6B1AF-E229-4B10-8628-3A2756345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131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96425C-8EA2-AACD-02E6-3B9D4B2570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5F507E-574A-49E4-FC42-6A65162D81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8C232-5F63-3E7B-C28F-6555A7332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FB05C-1E08-45F4-8363-7A064F5E3C5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06A8A-DC88-C249-A224-3FF2F9297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928D7-08D1-09BA-369C-DC785A68E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6B1AF-E229-4B10-8628-3A2756345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168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4EAE93-0155-D5F1-8071-3CBD6D370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9D2838-A38B-E00E-7BC9-BD4095524C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A5368-A712-3928-39C2-D187B51A5A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2FB05C-1E08-45F4-8363-7A064F5E3C5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186AD2-EABA-55C3-74B8-03431EBF7E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D6E72-8498-1B09-5CEF-EAFF43DECC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96B1AF-E229-4B10-8628-3A2756345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305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25746-3367-6309-06FC-12130F71D9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Datathon</a:t>
            </a:r>
            <a:r>
              <a:rPr lang="en-US" dirty="0"/>
              <a:t>: JAKK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9E7942-7526-59DA-B0D2-2AF0A7EB3E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Technical Presentation</a:t>
            </a:r>
          </a:p>
          <a:p>
            <a:r>
              <a:rPr lang="en-US" dirty="0"/>
              <a:t>By Kira Semmens, Joe </a:t>
            </a:r>
            <a:r>
              <a:rPr lang="en-US" dirty="0" err="1"/>
              <a:t>DuBlois</a:t>
            </a:r>
            <a:r>
              <a:rPr lang="en-US" dirty="0"/>
              <a:t>, Aleyah Sidhu, Keira Du</a:t>
            </a:r>
          </a:p>
        </p:txBody>
      </p:sp>
    </p:spTree>
    <p:extLst>
      <p:ext uri="{BB962C8B-B14F-4D97-AF65-F5344CB8AC3E}">
        <p14:creationId xmlns:p14="http://schemas.microsoft.com/office/powerpoint/2010/main" val="724272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3821F-29C7-22F2-919C-2FA1C397B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5F316-299A-72DF-14BF-2D1FA988A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869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17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Datathon: JAKK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Kira Semmens</dc:creator>
  <cp:lastModifiedBy>Kira Semmens</cp:lastModifiedBy>
  <cp:revision>1</cp:revision>
  <dcterms:created xsi:type="dcterms:W3CDTF">2025-11-14T02:02:44Z</dcterms:created>
  <dcterms:modified xsi:type="dcterms:W3CDTF">2025-11-14T02:22:38Z</dcterms:modified>
</cp:coreProperties>
</file>