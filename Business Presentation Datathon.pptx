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 Semmens" userId="58b177dbc26d5d76" providerId="LiveId" clId="{D11EF49E-3336-46C8-B437-1FC3D584FF52}"/>
    <pc:docChg chg="custSel addSld modSld addMainMaster delMainMaster modMainMaster">
      <pc:chgData name="Kira Semmens" userId="58b177dbc26d5d76" providerId="LiveId" clId="{D11EF49E-3336-46C8-B437-1FC3D584FF52}" dt="2025-11-16T00:11:35.828" v="2" actId="26606"/>
      <pc:docMkLst>
        <pc:docMk/>
      </pc:docMkLst>
      <pc:sldChg chg="addSp modSp new mod modClrScheme chgLayout">
        <pc:chgData name="Kira Semmens" userId="58b177dbc26d5d76" providerId="LiveId" clId="{D11EF49E-3336-46C8-B437-1FC3D584FF52}" dt="2025-11-16T00:11:35.828" v="2" actId="26606"/>
        <pc:sldMkLst>
          <pc:docMk/>
          <pc:sldMk cId="4035069934" sldId="256"/>
        </pc:sldMkLst>
        <pc:spChg chg="mod">
          <ac:chgData name="Kira Semmens" userId="58b177dbc26d5d76" providerId="LiveId" clId="{D11EF49E-3336-46C8-B437-1FC3D584FF52}" dt="2025-11-16T00:11:35.828" v="2" actId="26606"/>
          <ac:spMkLst>
            <pc:docMk/>
            <pc:sldMk cId="4035069934" sldId="256"/>
            <ac:spMk id="2" creationId="{410FF1FA-9A9D-FE9B-5BBF-D62081822B65}"/>
          </ac:spMkLst>
        </pc:spChg>
        <pc:spChg chg="mod">
          <ac:chgData name="Kira Semmens" userId="58b177dbc26d5d76" providerId="LiveId" clId="{D11EF49E-3336-46C8-B437-1FC3D584FF52}" dt="2025-11-16T00:11:35.828" v="2" actId="26606"/>
          <ac:spMkLst>
            <pc:docMk/>
            <pc:sldMk cId="4035069934" sldId="256"/>
            <ac:spMk id="3" creationId="{340DAAF2-2AFD-7874-D469-313E8D25D90C}"/>
          </ac:spMkLst>
        </pc:spChg>
        <pc:spChg chg="add mod">
          <ac:chgData name="Kira Semmens" userId="58b177dbc26d5d76" providerId="LiveId" clId="{D11EF49E-3336-46C8-B437-1FC3D584FF52}" dt="2025-11-16T00:11:35.828" v="2" actId="26606"/>
          <ac:spMkLst>
            <pc:docMk/>
            <pc:sldMk cId="4035069934" sldId="256"/>
            <ac:spMk id="8" creationId="{A979AA19-561E-23AE-F34A-397C1CE50D7A}"/>
          </ac:spMkLst>
        </pc:spChg>
      </pc:sldChg>
      <pc:sldMasterChg chg="del delSldLayout modSldLayout">
        <pc:chgData name="Kira Semmens" userId="58b177dbc26d5d76" providerId="LiveId" clId="{D11EF49E-3336-46C8-B437-1FC3D584FF52}" dt="2025-11-16T00:11:35.828" v="2" actId="26606"/>
        <pc:sldMasterMkLst>
          <pc:docMk/>
          <pc:sldMasterMk cId="4276844329" sldId="2147483648"/>
        </pc:sldMasterMkLst>
        <pc:sldLayoutChg chg="del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356602846" sldId="2147483649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849137973" sldId="2147483702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4254140347" sldId="2147483703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261610701" sldId="2147483704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307988656" sldId="2147483705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05380129" sldId="2147483706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378125214" sldId="2147483707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2672832103" sldId="2147483708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910430077" sldId="2147483709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301150390" sldId="2147483710"/>
          </pc:sldLayoutMkLst>
        </pc:sldLayoutChg>
        <pc:sldLayoutChg chg="del replId">
          <pc:chgData name="Kira Semmens" userId="58b177dbc26d5d76" providerId="LiveId" clId="{D11EF49E-3336-46C8-B437-1FC3D584FF52}" dt="2025-11-16T00:11:35.828" v="2" actId="26606"/>
          <pc:sldLayoutMkLst>
            <pc:docMk/>
            <pc:sldMasterMk cId="4276844329" sldId="2147483648"/>
            <pc:sldLayoutMk cId="158558962" sldId="2147483711"/>
          </pc:sldLayoutMkLst>
        </pc:sldLayoutChg>
      </pc:sldMasterChg>
      <pc:sldMasterChg chg="add addSldLayout">
        <pc:chgData name="Kira Semmens" userId="58b177dbc26d5d76" providerId="LiveId" clId="{D11EF49E-3336-46C8-B437-1FC3D584FF52}" dt="2025-11-16T00:11:35.828" v="2" actId="26606"/>
        <pc:sldMasterMkLst>
          <pc:docMk/>
          <pc:sldMasterMk cId="4270113481" sldId="2147483650"/>
        </pc:sldMasterMkLst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43013093" sldId="2147483651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383633103" sldId="2147483652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172165658" sldId="2147483653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966875049" sldId="2147483654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297172680" sldId="2147483655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703852859" sldId="2147483656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653412564" sldId="2147483657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25787821" sldId="2147483658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360681940" sldId="2147483659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566506920" sldId="2147483660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953330713" sldId="2147483661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684282825" sldId="2147483662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702298905" sldId="2147483663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353677859" sldId="2147483664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288320341" sldId="2147483665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0693830" sldId="2147483666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158791429" sldId="2147483667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009854558" sldId="2147483668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085871934" sldId="2147483669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373418238" sldId="2147483670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47381070" sldId="2147483671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699164947" sldId="2147483672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984889437" sldId="2147483673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224057066" sldId="2147483674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593021976" sldId="2147483675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070641333" sldId="2147483676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782622937" sldId="2147483677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980296072" sldId="2147483678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55629241" sldId="2147483679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129580231" sldId="2147483680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014876052" sldId="2147483681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828618612" sldId="2147483682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61538677" sldId="2147483683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388000197" sldId="2147483684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969382630" sldId="2147483685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488407863" sldId="2147483686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507670744" sldId="2147483687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355350253" sldId="2147483688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606992644" sldId="2147483689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232177085" sldId="2147483690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735803472" sldId="2147483691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804242722" sldId="2147483692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096808008" sldId="2147483693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589230913" sldId="2147483694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826670180" sldId="2147483695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4066710284" sldId="2147483696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352343919" sldId="2147483697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3057208508" sldId="2147483698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1077778907" sldId="2147483699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874148608" sldId="2147483700"/>
          </pc:sldLayoutMkLst>
        </pc:sldLayoutChg>
        <pc:sldLayoutChg chg="add">
          <pc:chgData name="Kira Semmens" userId="58b177dbc26d5d76" providerId="LiveId" clId="{D11EF49E-3336-46C8-B437-1FC3D584FF52}" dt="2025-11-16T00:11:35.828" v="2" actId="26606"/>
          <pc:sldLayoutMkLst>
            <pc:docMk/>
            <pc:sldMasterMk cId="4270113481" sldId="2147483650"/>
            <pc:sldLayoutMk cId="2047702750" sldId="214748370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13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3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65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6875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72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52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12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7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81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0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3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82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8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77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20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91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71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18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1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649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89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57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219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41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22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960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9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0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7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186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86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3880001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969382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884078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76707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53502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9926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770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034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42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08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309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701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102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439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085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789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48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02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1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F1FA-9A9D-FE9B-5BBF-D62081822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DAAF2-2AFD-7874-D469-313E8D25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r>
              <a:rPr lang="en-US"/>
              <a:t>Add a brief explanation of the presentation’s purpose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979AA19-561E-23AE-F34A-397C1CE50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6993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Dune</vt:lpstr>
      <vt:lpstr>Presentation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 Semmens</dc:creator>
  <cp:lastModifiedBy>Kira Semmens</cp:lastModifiedBy>
  <cp:revision>1</cp:revision>
  <dcterms:created xsi:type="dcterms:W3CDTF">2025-11-16T00:11:19Z</dcterms:created>
  <dcterms:modified xsi:type="dcterms:W3CDTF">2025-11-16T00:11:41Z</dcterms:modified>
</cp:coreProperties>
</file>